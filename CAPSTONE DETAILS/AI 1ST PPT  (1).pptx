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307" r:id="rId3"/>
    <p:sldId id="291" r:id="rId4"/>
    <p:sldId id="311" r:id="rId5"/>
    <p:sldId id="313" r:id="rId6"/>
    <p:sldId id="314" r:id="rId7"/>
    <p:sldId id="310" r:id="rId8"/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BFAE7-9034-459D-94BA-7423E0FC08C7}" v="19" dt="2026-07-25T03:23:02.13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5" autoAdjust="0"/>
    <p:restoredTop sz="94689"/>
  </p:normalViewPr>
  <p:slideViewPr>
    <p:cSldViewPr snapToGrid="0">
      <p:cViewPr varScale="1">
        <p:scale>
          <a:sx n="90" d="100"/>
          <a:sy n="90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ariniranjankumar@gmail.com" userId="d76bffa87d01d541" providerId="LiveId" clId="{E2A51ED0-4029-4DB6-AFFD-84AF4C573D05}"/>
    <pc:docChg chg="custSel addSld delSld modSld sldOrd">
      <pc:chgData name="thalariniranjankumar@gmail.com" userId="d76bffa87d01d541" providerId="LiveId" clId="{E2A51ED0-4029-4DB6-AFFD-84AF4C573D05}" dt="2026-07-25T03:23:59.497" v="163" actId="2696"/>
      <pc:docMkLst>
        <pc:docMk/>
      </pc:docMkLst>
      <pc:sldChg chg="modSp mod">
        <pc:chgData name="thalariniranjankumar@gmail.com" userId="d76bffa87d01d541" providerId="LiveId" clId="{E2A51ED0-4029-4DB6-AFFD-84AF4C573D05}" dt="2026-07-25T03:11:38.083" v="52" actId="20577"/>
        <pc:sldMkLst>
          <pc:docMk/>
          <pc:sldMk cId="0" sldId="259"/>
        </pc:sldMkLst>
        <pc:spChg chg="mod">
          <ac:chgData name="thalariniranjankumar@gmail.com" userId="d76bffa87d01d541" providerId="LiveId" clId="{E2A51ED0-4029-4DB6-AFFD-84AF4C573D05}" dt="2026-07-25T03:11:38.083" v="52" actId="20577"/>
          <ac:spMkLst>
            <pc:docMk/>
            <pc:sldMk cId="0" sldId="259"/>
            <ac:spMk id="2" creationId="{00000000-0000-0000-0000-000000000000}"/>
          </ac:spMkLst>
        </pc:spChg>
      </pc:sldChg>
      <pc:sldChg chg="del">
        <pc:chgData name="thalariniranjankumar@gmail.com" userId="d76bffa87d01d541" providerId="LiveId" clId="{E2A51ED0-4029-4DB6-AFFD-84AF4C573D05}" dt="2026-07-25T03:15:59.366" v="76" actId="2696"/>
        <pc:sldMkLst>
          <pc:docMk/>
          <pc:sldMk cId="4082278041" sldId="283"/>
        </pc:sldMkLst>
      </pc:sldChg>
      <pc:sldChg chg="del">
        <pc:chgData name="thalariniranjankumar@gmail.com" userId="d76bffa87d01d541" providerId="LiveId" clId="{E2A51ED0-4029-4DB6-AFFD-84AF4C573D05}" dt="2026-07-25T03:23:59.497" v="163" actId="2696"/>
        <pc:sldMkLst>
          <pc:docMk/>
          <pc:sldMk cId="19638058" sldId="288"/>
        </pc:sldMkLst>
      </pc:sldChg>
      <pc:sldChg chg="delSp modSp mod">
        <pc:chgData name="thalariniranjankumar@gmail.com" userId="d76bffa87d01d541" providerId="LiveId" clId="{E2A51ED0-4029-4DB6-AFFD-84AF4C573D05}" dt="2026-07-25T03:17:10.425" v="85" actId="14100"/>
        <pc:sldMkLst>
          <pc:docMk/>
          <pc:sldMk cId="785390887" sldId="291"/>
        </pc:sldMkLst>
        <pc:spChg chg="mod">
          <ac:chgData name="thalariniranjankumar@gmail.com" userId="d76bffa87d01d541" providerId="LiveId" clId="{E2A51ED0-4029-4DB6-AFFD-84AF4C573D05}" dt="2026-07-25T03:15:47.261" v="74" actId="1076"/>
          <ac:spMkLst>
            <pc:docMk/>
            <pc:sldMk cId="785390887" sldId="291"/>
            <ac:spMk id="8" creationId="{BE0EDC05-E64D-B187-F795-B69C5DDBCECB}"/>
          </ac:spMkLst>
        </pc:spChg>
        <pc:spChg chg="mod">
          <ac:chgData name="thalariniranjankumar@gmail.com" userId="d76bffa87d01d541" providerId="LiveId" clId="{E2A51ED0-4029-4DB6-AFFD-84AF4C573D05}" dt="2026-07-25T03:17:10.425" v="85" actId="14100"/>
          <ac:spMkLst>
            <pc:docMk/>
            <pc:sldMk cId="785390887" sldId="291"/>
            <ac:spMk id="13" creationId="{3C780770-556C-8987-AAC1-638A97345E10}"/>
          </ac:spMkLst>
        </pc:spChg>
        <pc:picChg chg="del">
          <ac:chgData name="thalariniranjankumar@gmail.com" userId="d76bffa87d01d541" providerId="LiveId" clId="{E2A51ED0-4029-4DB6-AFFD-84AF4C573D05}" dt="2026-07-25T03:15:27.615" v="71" actId="21"/>
          <ac:picMkLst>
            <pc:docMk/>
            <pc:sldMk cId="785390887" sldId="291"/>
            <ac:picMk id="1030" creationId="{4155A50F-8391-2C6D-5498-48120A15505D}"/>
          </ac:picMkLst>
        </pc:picChg>
      </pc:sldChg>
      <pc:sldChg chg="del">
        <pc:chgData name="thalariniranjankumar@gmail.com" userId="d76bffa87d01d541" providerId="LiveId" clId="{E2A51ED0-4029-4DB6-AFFD-84AF4C573D05}" dt="2026-07-25T03:15:55.772" v="75" actId="2696"/>
        <pc:sldMkLst>
          <pc:docMk/>
          <pc:sldMk cId="2052342662" sldId="300"/>
        </pc:sldMkLst>
      </pc:sldChg>
      <pc:sldChg chg="del">
        <pc:chgData name="thalariniranjankumar@gmail.com" userId="d76bffa87d01d541" providerId="LiveId" clId="{E2A51ED0-4029-4DB6-AFFD-84AF4C573D05}" dt="2026-07-25T03:16:02.614" v="77" actId="2696"/>
        <pc:sldMkLst>
          <pc:docMk/>
          <pc:sldMk cId="2149950038" sldId="302"/>
        </pc:sldMkLst>
      </pc:sldChg>
      <pc:sldChg chg="delSp modSp mod">
        <pc:chgData name="thalariniranjankumar@gmail.com" userId="d76bffa87d01d541" providerId="LiveId" clId="{E2A51ED0-4029-4DB6-AFFD-84AF4C573D05}" dt="2026-07-25T03:14:18.257" v="61" actId="313"/>
        <pc:sldMkLst>
          <pc:docMk/>
          <pc:sldMk cId="2465927615" sldId="307"/>
        </pc:sldMkLst>
        <pc:spChg chg="mod">
          <ac:chgData name="thalariniranjankumar@gmail.com" userId="d76bffa87d01d541" providerId="LiveId" clId="{E2A51ED0-4029-4DB6-AFFD-84AF4C573D05}" dt="2026-07-25T03:14:18.257" v="61" actId="313"/>
          <ac:spMkLst>
            <pc:docMk/>
            <pc:sldMk cId="2465927615" sldId="307"/>
            <ac:spMk id="8" creationId="{2FCC9CA0-F155-2A91-3908-6B6BC9E3C864}"/>
          </ac:spMkLst>
        </pc:spChg>
        <pc:picChg chg="del">
          <ac:chgData name="thalariniranjankumar@gmail.com" userId="d76bffa87d01d541" providerId="LiveId" clId="{E2A51ED0-4029-4DB6-AFFD-84AF4C573D05}" dt="2026-07-25T03:13:33.482" v="54" actId="478"/>
          <ac:picMkLst>
            <pc:docMk/>
            <pc:sldMk cId="2465927615" sldId="307"/>
            <ac:picMk id="12" creationId="{5FBF179B-214D-B8A9-AA21-A947D9065E2C}"/>
          </ac:picMkLst>
        </pc:picChg>
      </pc:sldChg>
      <pc:sldChg chg="modSp mod">
        <pc:chgData name="thalariniranjankumar@gmail.com" userId="d76bffa87d01d541" providerId="LiveId" clId="{E2A51ED0-4029-4DB6-AFFD-84AF4C573D05}" dt="2026-07-25T03:23:48.091" v="162" actId="1076"/>
        <pc:sldMkLst>
          <pc:docMk/>
          <pc:sldMk cId="1985142040" sldId="310"/>
        </pc:sldMkLst>
        <pc:spChg chg="mod">
          <ac:chgData name="thalariniranjankumar@gmail.com" userId="d76bffa87d01d541" providerId="LiveId" clId="{E2A51ED0-4029-4DB6-AFFD-84AF4C573D05}" dt="2026-07-25T03:23:48.091" v="162" actId="1076"/>
          <ac:spMkLst>
            <pc:docMk/>
            <pc:sldMk cId="1985142040" sldId="310"/>
            <ac:spMk id="5" creationId="{2E855FFB-25D7-D237-13FE-424E6DA8BA49}"/>
          </ac:spMkLst>
        </pc:spChg>
      </pc:sldChg>
      <pc:sldChg chg="addSp delSp modSp new mod ord">
        <pc:chgData name="thalariniranjankumar@gmail.com" userId="d76bffa87d01d541" providerId="LiveId" clId="{E2A51ED0-4029-4DB6-AFFD-84AF4C573D05}" dt="2026-07-25T03:19:43.848" v="134" actId="1076"/>
        <pc:sldMkLst>
          <pc:docMk/>
          <pc:sldMk cId="1874822501" sldId="311"/>
        </pc:sldMkLst>
        <pc:spChg chg="add del mod">
          <ac:chgData name="thalariniranjankumar@gmail.com" userId="d76bffa87d01d541" providerId="LiveId" clId="{E2A51ED0-4029-4DB6-AFFD-84AF4C573D05}" dt="2026-07-25T03:17:38.521" v="98"/>
          <ac:spMkLst>
            <pc:docMk/>
            <pc:sldMk cId="1874822501" sldId="311"/>
            <ac:spMk id="7" creationId="{BAE6BD69-117E-C8E0-793A-30AA2F3689B2}"/>
          </ac:spMkLst>
        </pc:spChg>
        <pc:spChg chg="add del mod">
          <ac:chgData name="thalariniranjankumar@gmail.com" userId="d76bffa87d01d541" providerId="LiveId" clId="{E2A51ED0-4029-4DB6-AFFD-84AF4C573D05}" dt="2026-07-25T03:18:16.719" v="124"/>
          <ac:spMkLst>
            <pc:docMk/>
            <pc:sldMk cId="1874822501" sldId="311"/>
            <ac:spMk id="9" creationId="{3D3FB642-8275-ACE4-903B-7437D25DD9FE}"/>
          </ac:spMkLst>
        </pc:spChg>
        <pc:spChg chg="add mod">
          <ac:chgData name="thalariniranjankumar@gmail.com" userId="d76bffa87d01d541" providerId="LiveId" clId="{E2A51ED0-4029-4DB6-AFFD-84AF4C573D05}" dt="2026-07-25T03:18:15.560" v="122" actId="2711"/>
          <ac:spMkLst>
            <pc:docMk/>
            <pc:sldMk cId="1874822501" sldId="311"/>
            <ac:spMk id="11" creationId="{97927B23-DEBC-2EC9-9538-96A074949421}"/>
          </ac:spMkLst>
        </pc:spChg>
        <pc:spChg chg="add mod">
          <ac:chgData name="thalariniranjankumar@gmail.com" userId="d76bffa87d01d541" providerId="LiveId" clId="{E2A51ED0-4029-4DB6-AFFD-84AF4C573D05}" dt="2026-07-25T03:19:43.848" v="134" actId="1076"/>
          <ac:spMkLst>
            <pc:docMk/>
            <pc:sldMk cId="1874822501" sldId="311"/>
            <ac:spMk id="13" creationId="{143F221E-F609-BA14-5823-012BEF38050F}"/>
          </ac:spMkLst>
        </pc:spChg>
        <pc:picChg chg="add">
          <ac:chgData name="thalariniranjankumar@gmail.com" userId="d76bffa87d01d541" providerId="LiveId" clId="{E2A51ED0-4029-4DB6-AFFD-84AF4C573D05}" dt="2026-07-25T03:16:48.926" v="82" actId="22"/>
          <ac:picMkLst>
            <pc:docMk/>
            <pc:sldMk cId="1874822501" sldId="311"/>
            <ac:picMk id="3" creationId="{46439923-229B-A2B2-E642-A7F7558F9A95}"/>
          </ac:picMkLst>
        </pc:picChg>
        <pc:picChg chg="add">
          <ac:chgData name="thalariniranjankumar@gmail.com" userId="d76bffa87d01d541" providerId="LiveId" clId="{E2A51ED0-4029-4DB6-AFFD-84AF4C573D05}" dt="2026-07-25T03:17:00.298" v="83" actId="22"/>
          <ac:picMkLst>
            <pc:docMk/>
            <pc:sldMk cId="1874822501" sldId="311"/>
            <ac:picMk id="5" creationId="{C2AE8E81-2B70-398A-909A-74F9B9FDF22D}"/>
          </ac:picMkLst>
        </pc:picChg>
      </pc:sldChg>
      <pc:sldChg chg="del">
        <pc:chgData name="thalariniranjankumar@gmail.com" userId="d76bffa87d01d541" providerId="LiveId" clId="{E2A51ED0-4029-4DB6-AFFD-84AF4C573D05}" dt="2026-07-25T03:16:09.573" v="78" actId="2696"/>
        <pc:sldMkLst>
          <pc:docMk/>
          <pc:sldMk cId="278111903" sldId="312"/>
        </pc:sldMkLst>
      </pc:sldChg>
      <pc:sldChg chg="new del">
        <pc:chgData name="thalariniranjankumar@gmail.com" userId="d76bffa87d01d541" providerId="LiveId" clId="{E2A51ED0-4029-4DB6-AFFD-84AF4C573D05}" dt="2026-07-25T03:20:02.155" v="137" actId="2696"/>
        <pc:sldMkLst>
          <pc:docMk/>
          <pc:sldMk cId="1858170859" sldId="312"/>
        </pc:sldMkLst>
      </pc:sldChg>
      <pc:sldChg chg="modSp add mod">
        <pc:chgData name="thalariniranjankumar@gmail.com" userId="d76bffa87d01d541" providerId="LiveId" clId="{E2A51ED0-4029-4DB6-AFFD-84AF4C573D05}" dt="2026-07-25T03:21:10.724" v="144" actId="2711"/>
        <pc:sldMkLst>
          <pc:docMk/>
          <pc:sldMk cId="9476597" sldId="313"/>
        </pc:sldMkLst>
        <pc:spChg chg="mod">
          <ac:chgData name="thalariniranjankumar@gmail.com" userId="d76bffa87d01d541" providerId="LiveId" clId="{E2A51ED0-4029-4DB6-AFFD-84AF4C573D05}" dt="2026-07-25T03:21:10.724" v="144" actId="2711"/>
          <ac:spMkLst>
            <pc:docMk/>
            <pc:sldMk cId="9476597" sldId="313"/>
            <ac:spMk id="11" creationId="{0467E59E-1A44-E5EF-BCF2-C31567FA1046}"/>
          </ac:spMkLst>
        </pc:spChg>
        <pc:spChg chg="mod">
          <ac:chgData name="thalariniranjankumar@gmail.com" userId="d76bffa87d01d541" providerId="LiveId" clId="{E2A51ED0-4029-4DB6-AFFD-84AF4C573D05}" dt="2026-07-25T03:21:03.731" v="143" actId="2711"/>
          <ac:spMkLst>
            <pc:docMk/>
            <pc:sldMk cId="9476597" sldId="313"/>
            <ac:spMk id="13" creationId="{8B7327B8-13EB-386F-0E17-32A89181B630}"/>
          </ac:spMkLst>
        </pc:spChg>
      </pc:sldChg>
      <pc:sldChg chg="modSp add mod">
        <pc:chgData name="thalariniranjankumar@gmail.com" userId="d76bffa87d01d541" providerId="LiveId" clId="{E2A51ED0-4029-4DB6-AFFD-84AF4C573D05}" dt="2026-07-25T03:22:12.689" v="151" actId="1076"/>
        <pc:sldMkLst>
          <pc:docMk/>
          <pc:sldMk cId="3388550105" sldId="314"/>
        </pc:sldMkLst>
        <pc:spChg chg="mod">
          <ac:chgData name="thalariniranjankumar@gmail.com" userId="d76bffa87d01d541" providerId="LiveId" clId="{E2A51ED0-4029-4DB6-AFFD-84AF4C573D05}" dt="2026-07-25T03:21:48.978" v="147" actId="2711"/>
          <ac:spMkLst>
            <pc:docMk/>
            <pc:sldMk cId="3388550105" sldId="314"/>
            <ac:spMk id="11" creationId="{1810F6A4-D71F-027A-088D-37CD8A6F0F04}"/>
          </ac:spMkLst>
        </pc:spChg>
        <pc:spChg chg="mod">
          <ac:chgData name="thalariniranjankumar@gmail.com" userId="d76bffa87d01d541" providerId="LiveId" clId="{E2A51ED0-4029-4DB6-AFFD-84AF4C573D05}" dt="2026-07-25T03:22:12.689" v="151" actId="1076"/>
          <ac:spMkLst>
            <pc:docMk/>
            <pc:sldMk cId="3388550105" sldId="314"/>
            <ac:spMk id="13" creationId="{1A28FF2E-B290-C914-D1A3-140650C002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919577"/>
            <a:ext cx="4343399" cy="134139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 Niranjan Kumar. T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  Shashank. 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14294" y="1714002"/>
            <a:ext cx="11367174" cy="99706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Student Performance Prediction System Using Machine Learning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Dr. Krishna </a:t>
            </a:r>
            <a:r>
              <a:rPr lang="en-US" sz="2400" b="1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kumar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 Kathiresan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Professor/CSE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600355"/>
            <a:ext cx="70450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CSA17– ARTIFICIAL INTELLIGENCE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                    Batch 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22" y="2502369"/>
            <a:ext cx="111190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 is an important application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analyses student academic data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study hours, assignment scores, internal marks, and previous scores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Machine Learning algorithm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predict students' exam performance accurately.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helps identify students who may require additional academic support.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performance analysis and improvement suggestions for better learning outcomes.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1532466" y="515389"/>
            <a:ext cx="8161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486" y="2058826"/>
            <a:ext cx="8329448" cy="3277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student academic data.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Machine Learning model using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Algorithm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students' academic performance accurately.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weak-performing students at an early stage.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performance analysis and improvement suggestions.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user-friendly dashboard for displaying prediction results.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46439923-229B-A2B2-E642-A7F7558F9A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2AE8E81-2B70-398A-909A-74F9B9FDF2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927B23-DEBC-2EC9-9538-96A074949421}"/>
              </a:ext>
            </a:extLst>
          </p:cNvPr>
          <p:cNvSpPr txBox="1"/>
          <p:nvPr/>
        </p:nvSpPr>
        <p:spPr>
          <a:xfrm>
            <a:off x="1684866" y="667789"/>
            <a:ext cx="8161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&amp; Preprocessing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43F221E-F609-BA14-5823-012BEF380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220" y="2206008"/>
            <a:ext cx="8329448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student academic dataset.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missing and duplicate data.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categorical values into numerical format.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 and testing data.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2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9BB8B-55BA-A0BC-2E79-5F7FFAAD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B4C87B31-D323-9346-BB2B-87782BE213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2514E12C-D012-0D0C-75AE-BBDEA3BEE9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67E59E-1A44-E5EF-BCF2-C31567FA1046}"/>
              </a:ext>
            </a:extLst>
          </p:cNvPr>
          <p:cNvSpPr txBox="1"/>
          <p:nvPr/>
        </p:nvSpPr>
        <p:spPr>
          <a:xfrm>
            <a:off x="1684866" y="667789"/>
            <a:ext cx="8161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Machine Learning Model Development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B7327B8-13EB-386F-0E17-32A89181B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686" y="2109211"/>
            <a:ext cx="8329448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Machine Learning model using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model using testing data.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student exam performance.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accuracy.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Exam Score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Level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436A-8E2C-8FBF-A8FA-BE749E96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0838EF32-8631-2B9D-2D8A-FD8ACA1142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06B6530-DD28-28DF-ED44-33E9404D18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10F6A4-D71F-027A-088D-37CD8A6F0F04}"/>
              </a:ext>
            </a:extLst>
          </p:cNvPr>
          <p:cNvSpPr txBox="1"/>
          <p:nvPr/>
        </p:nvSpPr>
        <p:spPr>
          <a:xfrm>
            <a:off x="1684866" y="667789"/>
            <a:ext cx="8161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Dashboard &amp; Deployment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A28FF2E-B290-C914-D1A3-140650C00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219" y="2132975"/>
            <a:ext cx="83294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dashboard using Flask.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predicted results.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graphs and performance analysis.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improvement suggestions.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Dashboard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Reports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</a:t>
            </a:r>
          </a:p>
        </p:txBody>
      </p:sp>
    </p:spTree>
    <p:extLst>
      <p:ext uri="{BB962C8B-B14F-4D97-AF65-F5344CB8AC3E}">
        <p14:creationId xmlns:p14="http://schemas.microsoft.com/office/powerpoint/2010/main" val="338855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748710" y="2025506"/>
            <a:ext cx="1016235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predicts student academic performance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students who need additional academic support at an early stage.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provides accurate and reliable predictions.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teachers in monitoring and improving student performance.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the education system through data-driven decision making.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1210733" y="388129"/>
            <a:ext cx="9238312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CONCLUSION</a:t>
            </a:r>
          </a:p>
        </p:txBody>
      </p:sp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384</Words>
  <Application>Microsoft Office PowerPoint</Application>
  <PresentationFormat>Widescreen</PresentationFormat>
  <Paragraphs>61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thalariniranjankumar@gmail.com</cp:lastModifiedBy>
  <cp:revision>8</cp:revision>
  <dcterms:created xsi:type="dcterms:W3CDTF">2026-05-12T03:48:28Z</dcterms:created>
  <dcterms:modified xsi:type="dcterms:W3CDTF">2026-07-25T03:27:05Z</dcterms:modified>
</cp:coreProperties>
</file>